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77" r:id="rId4"/>
    <p:sldId id="292" r:id="rId5"/>
    <p:sldId id="279" r:id="rId6"/>
    <p:sldId id="280" r:id="rId7"/>
    <p:sldId id="29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85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2943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22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52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147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44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40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563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33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52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84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55B72-6217-4F62-98F2-794E25E9E82F}" type="datetimeFigureOut">
              <a:rPr lang="de-DE" smtClean="0"/>
              <a:t>19.11.2025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C7F8D-923C-44DC-BCFF-1FB34ADBFCB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378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cellpose/#:~:text=(option%201)%20To%20install%20cellpose,python%20%2Dm%20pip%20install%20cellpose%2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12" y="204001"/>
            <a:ext cx="8460521" cy="24314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PLUGIN 1 (</a:t>
            </a:r>
            <a:r>
              <a:rPr lang="de-DE" b="1" i="1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ImageJ</a:t>
            </a:r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de-DE" b="1" i="1" u="sng" dirty="0" smtClean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b="1" i="1" u="sng" dirty="0" smtClean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smtClean="0"/>
              <a:t>Registration of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entire</a:t>
            </a:r>
            <a:r>
              <a:rPr lang="de-DE" sz="1400" dirty="0" smtClean="0"/>
              <a:t> </a:t>
            </a:r>
            <a:r>
              <a:rPr lang="de-DE" sz="1400" dirty="0" err="1" smtClean="0"/>
              <a:t>image</a:t>
            </a:r>
            <a:r>
              <a:rPr lang="de-DE" sz="1400" dirty="0" smtClean="0"/>
              <a:t> </a:t>
            </a:r>
            <a:r>
              <a:rPr lang="de-DE" sz="1400" dirty="0" err="1"/>
              <a:t>then</a:t>
            </a:r>
            <a:r>
              <a:rPr lang="de-DE" sz="1400" dirty="0"/>
              <a:t> </a:t>
            </a:r>
            <a:r>
              <a:rPr lang="de-DE" sz="1400" dirty="0" err="1"/>
              <a:t>Crop</a:t>
            </a:r>
            <a:r>
              <a:rPr lang="de-DE" sz="1400" dirty="0"/>
              <a:t> </a:t>
            </a:r>
            <a:r>
              <a:rPr lang="de-DE" sz="1400" dirty="0" err="1"/>
              <a:t>then</a:t>
            </a:r>
            <a:r>
              <a:rPr lang="de-DE" sz="1400" dirty="0"/>
              <a:t> </a:t>
            </a:r>
            <a:r>
              <a:rPr lang="de-DE" sz="1400" dirty="0" smtClean="0"/>
              <a:t>Save </a:t>
            </a:r>
            <a:r>
              <a:rPr lang="de-DE" sz="1400" dirty="0" err="1" smtClean="0"/>
              <a:t>the</a:t>
            </a:r>
            <a:r>
              <a:rPr lang="de-DE" sz="1400" dirty="0" smtClean="0"/>
              <a:t> registered </a:t>
            </a:r>
            <a:r>
              <a:rPr lang="de-DE" sz="1400" dirty="0" err="1" smtClean="0"/>
              <a:t>image</a:t>
            </a:r>
            <a:r>
              <a:rPr lang="de-DE" sz="1400" dirty="0" smtClean="0"/>
              <a:t> </a:t>
            </a:r>
            <a:r>
              <a:rPr lang="de-DE" sz="1400" dirty="0" err="1" smtClean="0"/>
              <a:t>sequence</a:t>
            </a:r>
            <a:endParaRPr lang="de-DE" sz="1400" dirty="0" smtClean="0"/>
          </a:p>
          <a:p>
            <a:r>
              <a:rPr lang="de-DE" sz="1400" dirty="0" smtClean="0"/>
              <a:t>Input </a:t>
            </a:r>
            <a:r>
              <a:rPr lang="de-DE" sz="1400" dirty="0" err="1" smtClean="0"/>
              <a:t>folder</a:t>
            </a:r>
            <a:r>
              <a:rPr lang="de-DE" sz="1400" dirty="0" smtClean="0"/>
              <a:t>: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</a:t>
            </a:r>
            <a:r>
              <a:rPr lang="de-DE" sz="1400" dirty="0" err="1" smtClean="0"/>
              <a:t>containing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folders</a:t>
            </a:r>
            <a:r>
              <a:rPr lang="de-DE" sz="1400" dirty="0" smtClean="0"/>
              <a:t> </a:t>
            </a:r>
            <a:r>
              <a:rPr lang="de-DE" sz="1400" dirty="0" err="1" smtClean="0"/>
              <a:t>exported</a:t>
            </a:r>
            <a:r>
              <a:rPr lang="de-DE" sz="1400" dirty="0" smtClean="0"/>
              <a:t> </a:t>
            </a:r>
            <a:r>
              <a:rPr lang="de-DE" sz="1400" dirty="0" err="1" smtClean="0"/>
              <a:t>from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microscope</a:t>
            </a:r>
            <a:r>
              <a:rPr lang="de-DE" sz="1400" dirty="0" smtClean="0"/>
              <a:t> </a:t>
            </a:r>
            <a:r>
              <a:rPr lang="de-DE" sz="1400" dirty="0" err="1" smtClean="0"/>
              <a:t>that</a:t>
            </a:r>
            <a:r>
              <a:rPr lang="de-DE" sz="1400" dirty="0" smtClean="0"/>
              <a:t> </a:t>
            </a:r>
            <a:r>
              <a:rPr lang="de-DE" sz="1400" dirty="0" err="1" smtClean="0"/>
              <a:t>should</a:t>
            </a:r>
            <a:r>
              <a:rPr lang="de-DE" sz="1400" dirty="0" smtClean="0"/>
              <a:t> </a:t>
            </a:r>
            <a:r>
              <a:rPr lang="de-DE" sz="1400" dirty="0" err="1" smtClean="0"/>
              <a:t>be</a:t>
            </a:r>
            <a:r>
              <a:rPr lang="de-DE" sz="1400" dirty="0" smtClean="0"/>
              <a:t> </a:t>
            </a:r>
            <a:r>
              <a:rPr lang="de-DE" sz="1400" dirty="0" err="1" smtClean="0"/>
              <a:t>named</a:t>
            </a:r>
            <a:r>
              <a:rPr lang="de-DE" sz="1400" dirty="0" smtClean="0"/>
              <a:t> measurement1, …</a:t>
            </a:r>
          </a:p>
          <a:p>
            <a:r>
              <a:rPr lang="de-DE" sz="1400" dirty="0" smtClean="0"/>
              <a:t>Output </a:t>
            </a:r>
            <a:r>
              <a:rPr lang="de-DE" sz="1400" dirty="0" err="1" smtClean="0"/>
              <a:t>folder</a:t>
            </a:r>
            <a:r>
              <a:rPr lang="de-DE" sz="1400" dirty="0" smtClean="0"/>
              <a:t>: </a:t>
            </a:r>
            <a:r>
              <a:rPr lang="de-DE" sz="1400" dirty="0" err="1" smtClean="0"/>
              <a:t>creates</a:t>
            </a:r>
            <a:r>
              <a:rPr lang="de-DE" sz="1400" dirty="0" smtClean="0"/>
              <a:t> </a:t>
            </a:r>
            <a:r>
              <a:rPr lang="de-DE" sz="1400" dirty="0" err="1" smtClean="0"/>
              <a:t>folders</a:t>
            </a:r>
            <a:r>
              <a:rPr lang="de-DE" sz="1400" dirty="0" smtClean="0"/>
              <a:t> </a:t>
            </a:r>
            <a:r>
              <a:rPr lang="de-DE" sz="1400" dirty="0" err="1" smtClean="0"/>
              <a:t>called</a:t>
            </a:r>
            <a:r>
              <a:rPr lang="de-DE" sz="1400" dirty="0" smtClean="0"/>
              <a:t> Measurement1, … in </a:t>
            </a:r>
            <a:r>
              <a:rPr lang="de-DE" sz="1400" dirty="0" err="1" smtClean="0"/>
              <a:t>desired</a:t>
            </a:r>
            <a:r>
              <a:rPr lang="de-DE" sz="1400" dirty="0" smtClean="0"/>
              <a:t> </a:t>
            </a:r>
            <a:r>
              <a:rPr lang="de-DE" sz="1400" dirty="0" err="1" smtClean="0"/>
              <a:t>destination</a:t>
            </a:r>
            <a:endParaRPr lang="de-DE" sz="1400" dirty="0" smtClean="0"/>
          </a:p>
          <a:p>
            <a:endParaRPr lang="de-DE" b="1" i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PLUGIN 2 </a:t>
            </a:r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de-DE" b="1" i="1" dirty="0" err="1">
                <a:latin typeface="Calibri" panose="020F0502020204030204" pitchFamily="34" charset="0"/>
                <a:ea typeface="Calibri" panose="020F0502020204030204" pitchFamily="34" charset="0"/>
              </a:rPr>
              <a:t>ImageJ</a:t>
            </a:r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err="1"/>
              <a:t>Extract</a:t>
            </a:r>
            <a:r>
              <a:rPr lang="de-DE" sz="1400" dirty="0"/>
              <a:t> (</a:t>
            </a:r>
            <a:r>
              <a:rPr lang="de-DE" sz="1400" dirty="0" err="1"/>
              <a:t>copy</a:t>
            </a:r>
            <a:r>
              <a:rPr lang="de-DE" sz="1400" dirty="0"/>
              <a:t>) </a:t>
            </a:r>
            <a:r>
              <a:rPr lang="de-DE" sz="1400" dirty="0" err="1"/>
              <a:t>one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 (</a:t>
            </a: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choose</a:t>
            </a:r>
            <a:r>
              <a:rPr lang="de-DE" sz="1400" dirty="0"/>
              <a:t>  #5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donor</a:t>
            </a:r>
            <a:r>
              <a:rPr lang="de-DE" sz="1400" dirty="0"/>
              <a:t> </a:t>
            </a:r>
            <a:r>
              <a:rPr lang="de-DE" sz="1400" dirty="0" err="1"/>
              <a:t>pre-bleaching</a:t>
            </a:r>
            <a:r>
              <a:rPr lang="de-DE" sz="1400" dirty="0"/>
              <a:t>) </a:t>
            </a:r>
            <a:r>
              <a:rPr lang="de-DE" sz="1400" dirty="0" err="1"/>
              <a:t>from</a:t>
            </a:r>
            <a:r>
              <a:rPr lang="de-DE" sz="1400" dirty="0"/>
              <a:t> </a:t>
            </a:r>
            <a:r>
              <a:rPr lang="de-DE" sz="1400" dirty="0" err="1"/>
              <a:t>each</a:t>
            </a:r>
            <a:r>
              <a:rPr lang="de-DE" sz="1400" dirty="0"/>
              <a:t> FOV </a:t>
            </a:r>
            <a:r>
              <a:rPr lang="de-DE" sz="1400" dirty="0" err="1"/>
              <a:t>measurement</a:t>
            </a:r>
            <a:r>
              <a:rPr lang="de-DE" sz="1400" dirty="0"/>
              <a:t>.</a:t>
            </a:r>
            <a:br>
              <a:rPr lang="de-DE" sz="1400" dirty="0"/>
            </a:br>
            <a:r>
              <a:rPr lang="de-DE" sz="1400" dirty="0"/>
              <a:t>Save </a:t>
            </a:r>
            <a:r>
              <a:rPr lang="de-DE" sz="1400" dirty="0" err="1"/>
              <a:t>each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them</a:t>
            </a:r>
            <a:r>
              <a:rPr lang="de-DE" sz="1400" dirty="0"/>
              <a:t> in </a:t>
            </a:r>
            <a:r>
              <a:rPr lang="de-DE" sz="1400" dirty="0" err="1"/>
              <a:t>the</a:t>
            </a:r>
            <a:r>
              <a:rPr lang="de-DE" sz="1400" dirty="0"/>
              <a:t> same </a:t>
            </a:r>
            <a:r>
              <a:rPr lang="de-DE" sz="1400" dirty="0" err="1"/>
              <a:t>folder</a:t>
            </a:r>
            <a:r>
              <a:rPr lang="de-DE" sz="1400" dirty="0"/>
              <a:t>.</a:t>
            </a:r>
            <a:br>
              <a:rPr lang="de-DE" sz="1400" dirty="0"/>
            </a:br>
            <a:r>
              <a:rPr lang="de-DE" sz="1400" dirty="0"/>
              <a:t>Input: </a:t>
            </a:r>
            <a:r>
              <a:rPr lang="de-DE" sz="1400" dirty="0" err="1"/>
              <a:t>output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Plugin</a:t>
            </a:r>
            <a:r>
              <a:rPr lang="de-DE" sz="1400" dirty="0"/>
              <a:t> 1</a:t>
            </a:r>
          </a:p>
          <a:p>
            <a:pPr>
              <a:spcAft>
                <a:spcPts val="0"/>
              </a:spcAft>
            </a:pPr>
            <a:r>
              <a:rPr lang="de-DE" sz="1400" dirty="0">
                <a:ea typeface="Calibri" panose="020F0502020204030204" pitchFamily="34" charset="0"/>
              </a:rPr>
              <a:t>Output: </a:t>
            </a:r>
            <a:r>
              <a:rPr lang="de-DE" sz="1400" dirty="0" err="1">
                <a:ea typeface="Calibri" panose="020F0502020204030204" pitchFamily="34" charset="0"/>
              </a:rPr>
              <a:t>single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 err="1">
                <a:ea typeface="Calibri" panose="020F0502020204030204" pitchFamily="34" charset="0"/>
              </a:rPr>
              <a:t>images</a:t>
            </a:r>
            <a:r>
              <a:rPr lang="de-DE" sz="1400" dirty="0">
                <a:ea typeface="Calibri" panose="020F0502020204030204" pitchFamily="34" charset="0"/>
              </a:rPr>
              <a:t> in separate </a:t>
            </a:r>
            <a:r>
              <a:rPr lang="de-DE" sz="1400" dirty="0" err="1" smtClean="0">
                <a:ea typeface="Calibri" panose="020F0502020204030204" pitchFamily="34" charset="0"/>
              </a:rPr>
              <a:t>folder</a:t>
            </a:r>
            <a:endParaRPr lang="de-DE" sz="1400" dirty="0" smtClean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05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2" y="573333"/>
            <a:ext cx="6003821" cy="61436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76504" y="184611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smtClean="0">
                <a:hlinkClick r:id="rId3"/>
              </a:rPr>
              <a:t>https://pypi.org/project/cellpose/#:~:text=(option%201)%20To%20install%20cellpose,python%20%2Dm%20pip%20install%20cellpose%20</a:t>
            </a:r>
            <a:r>
              <a:rPr lang="de-DE" dirty="0" smtClean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12" y="2040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1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Cellpose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7250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12" y="573333"/>
            <a:ext cx="1076052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b="1" dirty="0"/>
              <a:t>YOU JUST NEED TO BE IN </a:t>
            </a:r>
            <a:br>
              <a:rPr lang="de-DE" sz="1400" b="1" dirty="0"/>
            </a:br>
            <a:r>
              <a:rPr lang="de-DE" sz="1400" b="1" dirty="0"/>
              <a:t>C:\Users\malengoG</a:t>
            </a:r>
            <a:r>
              <a:rPr lang="de-DE" sz="1400" b="1" dirty="0" smtClean="0"/>
              <a:t>&gt; (</a:t>
            </a:r>
            <a:r>
              <a:rPr lang="de-DE" sz="1400" b="1" dirty="0" err="1" smtClean="0"/>
              <a:t>with</a:t>
            </a:r>
            <a:r>
              <a:rPr lang="de-DE" sz="1400" b="1" dirty="0" smtClean="0"/>
              <a:t> </a:t>
            </a:r>
            <a:r>
              <a:rPr lang="de-DE" sz="1400" b="1" dirty="0" err="1" smtClean="0"/>
              <a:t>your</a:t>
            </a:r>
            <a:r>
              <a:rPr lang="de-DE" sz="1400" b="1" dirty="0" smtClean="0"/>
              <a:t> </a:t>
            </a:r>
            <a:r>
              <a:rPr lang="de-DE" sz="1400" b="1" dirty="0" err="1" smtClean="0"/>
              <a:t>own</a:t>
            </a:r>
            <a:r>
              <a:rPr lang="de-DE" sz="1400" b="1" dirty="0" smtClean="0"/>
              <a:t> </a:t>
            </a:r>
            <a:r>
              <a:rPr lang="de-DE" sz="1400" b="1" dirty="0" err="1" smtClean="0"/>
              <a:t>name</a:t>
            </a:r>
            <a:r>
              <a:rPr lang="de-DE" sz="1400" b="1" dirty="0" smtClean="0"/>
              <a:t> </a:t>
            </a:r>
            <a:r>
              <a:rPr lang="de-DE" sz="1400" b="1" dirty="0" err="1" smtClean="0"/>
              <a:t>of</a:t>
            </a:r>
            <a:r>
              <a:rPr lang="de-DE" sz="1400" b="1" dirty="0" smtClean="0"/>
              <a:t> </a:t>
            </a:r>
            <a:r>
              <a:rPr lang="de-DE" sz="1400" b="1" dirty="0" err="1" smtClean="0"/>
              <a:t>course</a:t>
            </a:r>
            <a:r>
              <a:rPr lang="de-DE" sz="1400" b="1" dirty="0" smtClean="0"/>
              <a:t>)</a:t>
            </a:r>
            <a:endParaRPr lang="de-DE" sz="1400" b="1" dirty="0"/>
          </a:p>
          <a:p>
            <a:r>
              <a:rPr lang="de-DE" sz="1400" b="1" dirty="0"/>
              <a:t>AND THERE YOU NEED TO WRITE:</a:t>
            </a:r>
            <a:br>
              <a:rPr lang="de-DE" sz="1400" b="1" dirty="0"/>
            </a:br>
            <a:r>
              <a:rPr lang="de-DE" sz="1400" b="1" dirty="0" err="1"/>
              <a:t>conda</a:t>
            </a:r>
            <a:r>
              <a:rPr lang="de-DE" sz="1400" b="1" dirty="0"/>
              <a:t> </a:t>
            </a:r>
            <a:r>
              <a:rPr lang="de-DE" sz="1400" b="1" dirty="0" err="1"/>
              <a:t>activate</a:t>
            </a:r>
            <a:r>
              <a:rPr lang="de-DE" sz="1400" b="1" dirty="0"/>
              <a:t> </a:t>
            </a:r>
            <a:r>
              <a:rPr lang="de-DE" sz="1400" b="1" dirty="0" err="1"/>
              <a:t>cellpose</a:t>
            </a:r>
            <a:r>
              <a:rPr lang="de-DE" sz="1400" b="1" dirty="0"/>
              <a:t/>
            </a:r>
            <a:br>
              <a:rPr lang="de-DE" sz="1400" b="1" dirty="0"/>
            </a:br>
            <a:r>
              <a:rPr lang="de-DE" sz="1400" b="1" dirty="0" err="1"/>
              <a:t>which</a:t>
            </a:r>
            <a:r>
              <a:rPr lang="de-DE" sz="1400" b="1" dirty="0"/>
              <a:t> </a:t>
            </a:r>
            <a:r>
              <a:rPr lang="de-DE" sz="1400" b="1" dirty="0" err="1"/>
              <a:t>brings</a:t>
            </a:r>
            <a:r>
              <a:rPr lang="de-DE" sz="1400" b="1" dirty="0"/>
              <a:t> </a:t>
            </a:r>
            <a:r>
              <a:rPr lang="de-DE" sz="1400" b="1" dirty="0" err="1"/>
              <a:t>you</a:t>
            </a:r>
            <a:r>
              <a:rPr lang="de-DE" sz="1400" b="1" dirty="0"/>
              <a:t> </a:t>
            </a:r>
            <a:r>
              <a:rPr lang="de-DE" sz="1400" b="1" dirty="0" err="1"/>
              <a:t>to</a:t>
            </a:r>
            <a:r>
              <a:rPr lang="de-DE" sz="1400" b="1" dirty="0"/>
              <a:t>: (</a:t>
            </a:r>
            <a:r>
              <a:rPr lang="de-DE" sz="1400" b="1" dirty="0" err="1"/>
              <a:t>cellpose</a:t>
            </a:r>
            <a:r>
              <a:rPr lang="de-DE" sz="1400" b="1" dirty="0"/>
              <a:t>) C:\Users\malengoG&gt;</a:t>
            </a:r>
          </a:p>
          <a:p>
            <a:r>
              <a:rPr lang="de-DE" sz="1400" b="1" dirty="0" smtClean="0"/>
              <a:t/>
            </a:r>
            <a:br>
              <a:rPr lang="de-DE" sz="1400" b="1" dirty="0" smtClean="0"/>
            </a:br>
            <a:r>
              <a:rPr lang="de-DE" sz="1400" dirty="0" err="1" smtClean="0"/>
              <a:t>Visualize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GUI </a:t>
            </a:r>
            <a:r>
              <a:rPr lang="de-DE" sz="1400" dirty="0" err="1" smtClean="0"/>
              <a:t>interface</a:t>
            </a:r>
            <a:r>
              <a:rPr lang="de-DE" sz="1400" dirty="0" smtClean="0"/>
              <a:t> </a:t>
            </a:r>
            <a:r>
              <a:rPr lang="de-DE" sz="1400" dirty="0" err="1" smtClean="0"/>
              <a:t>which</a:t>
            </a:r>
            <a:r>
              <a:rPr lang="de-DE" sz="1400" dirty="0" smtClean="0"/>
              <a:t> </a:t>
            </a:r>
            <a:r>
              <a:rPr lang="de-DE" sz="1400" dirty="0" err="1" smtClean="0"/>
              <a:t>is</a:t>
            </a:r>
            <a:r>
              <a:rPr lang="de-DE" sz="1400" dirty="0" smtClean="0"/>
              <a:t> a </a:t>
            </a:r>
            <a:r>
              <a:rPr lang="de-DE" sz="1400" dirty="0" err="1" smtClean="0"/>
              <a:t>good</a:t>
            </a:r>
            <a:r>
              <a:rPr lang="de-DE" sz="1400" dirty="0" smtClean="0"/>
              <a:t> </a:t>
            </a:r>
            <a:r>
              <a:rPr lang="de-DE" sz="1400" dirty="0" err="1" smtClean="0"/>
              <a:t>idea</a:t>
            </a:r>
            <a:r>
              <a:rPr lang="de-DE" sz="1400" dirty="0" smtClean="0"/>
              <a:t> </a:t>
            </a:r>
            <a:r>
              <a:rPr lang="de-DE" sz="1400" dirty="0" err="1" smtClean="0"/>
              <a:t>to</a:t>
            </a:r>
            <a:r>
              <a:rPr lang="de-DE" sz="1400" dirty="0" smtClean="0"/>
              <a:t> check </a:t>
            </a:r>
            <a:r>
              <a:rPr lang="de-DE" sz="1400" dirty="0" err="1" smtClean="0"/>
              <a:t>how</a:t>
            </a:r>
            <a:r>
              <a:rPr lang="de-DE" sz="1400" dirty="0" smtClean="0"/>
              <a:t> </a:t>
            </a:r>
            <a:r>
              <a:rPr lang="de-DE" sz="1400" dirty="0" err="1" smtClean="0"/>
              <a:t>things</a:t>
            </a:r>
            <a:r>
              <a:rPr lang="de-DE" sz="1400" dirty="0" smtClean="0"/>
              <a:t> </a:t>
            </a:r>
            <a:r>
              <a:rPr lang="de-DE" sz="1400" dirty="0" err="1" smtClean="0"/>
              <a:t>work</a:t>
            </a:r>
            <a:r>
              <a:rPr lang="de-DE" sz="1400" dirty="0" smtClean="0"/>
              <a:t> </a:t>
            </a:r>
            <a:r>
              <a:rPr lang="de-DE" sz="1400" dirty="0" err="1" smtClean="0"/>
              <a:t>you</a:t>
            </a:r>
            <a:r>
              <a:rPr lang="de-DE" sz="1400" dirty="0" smtClean="0"/>
              <a:t> </a:t>
            </a:r>
            <a:r>
              <a:rPr lang="de-DE" sz="1400" dirty="0" err="1" smtClean="0"/>
              <a:t>need</a:t>
            </a:r>
            <a:r>
              <a:rPr lang="de-DE" sz="1400" dirty="0" smtClean="0"/>
              <a:t> </a:t>
            </a:r>
            <a:r>
              <a:rPr lang="de-DE" sz="1400" dirty="0" err="1" smtClean="0"/>
              <a:t>to</a:t>
            </a:r>
            <a:r>
              <a:rPr lang="de-DE" sz="1400" dirty="0" smtClean="0"/>
              <a:t> </a:t>
            </a:r>
            <a:r>
              <a:rPr lang="de-DE" sz="1400" dirty="0" err="1" smtClean="0"/>
              <a:t>write</a:t>
            </a:r>
            <a:r>
              <a:rPr lang="de-DE" sz="1400" dirty="0" smtClean="0"/>
              <a:t>:</a:t>
            </a:r>
            <a:br>
              <a:rPr lang="de-DE" sz="1400" dirty="0" smtClean="0"/>
            </a:br>
            <a:r>
              <a:rPr lang="de-DE" sz="1400" b="1" dirty="0" err="1" smtClean="0"/>
              <a:t>python</a:t>
            </a:r>
            <a:r>
              <a:rPr lang="de-DE" sz="1400" b="1" dirty="0" smtClean="0"/>
              <a:t> </a:t>
            </a:r>
            <a:r>
              <a:rPr lang="de-DE" sz="1400" b="1" dirty="0"/>
              <a:t>-m </a:t>
            </a:r>
            <a:r>
              <a:rPr lang="de-DE" sz="1400" b="1" dirty="0" err="1"/>
              <a:t>cellpose</a:t>
            </a:r>
            <a:r>
              <a:rPr lang="de-DE" sz="1400" b="1" dirty="0"/>
              <a:t> </a:t>
            </a:r>
            <a:r>
              <a:rPr lang="de-DE" sz="1400" b="1" dirty="0" smtClean="0"/>
              <a:t/>
            </a:r>
            <a:br>
              <a:rPr lang="de-DE" sz="1400" b="1" dirty="0" smtClean="0"/>
            </a:br>
            <a:r>
              <a:rPr lang="de-DE" sz="1400" dirty="0" err="1" smtClean="0"/>
              <a:t>However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GUI </a:t>
            </a:r>
            <a:r>
              <a:rPr lang="de-DE" sz="1400" dirty="0" err="1" smtClean="0"/>
              <a:t>only</a:t>
            </a:r>
            <a:r>
              <a:rPr lang="de-DE" sz="1400" dirty="0" smtClean="0"/>
              <a:t> </a:t>
            </a:r>
            <a:r>
              <a:rPr lang="de-DE" sz="1400" dirty="0" err="1" smtClean="0"/>
              <a:t>allows</a:t>
            </a:r>
            <a:r>
              <a:rPr lang="de-DE" sz="1400" dirty="0" smtClean="0"/>
              <a:t> </a:t>
            </a:r>
            <a:r>
              <a:rPr lang="de-DE" sz="1400" dirty="0" err="1" smtClean="0"/>
              <a:t>to</a:t>
            </a:r>
            <a:r>
              <a:rPr lang="de-DE" sz="1400" dirty="0" smtClean="0"/>
              <a:t> </a:t>
            </a:r>
            <a:r>
              <a:rPr lang="de-DE" sz="1400" dirty="0" err="1" smtClean="0"/>
              <a:t>run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segmentation</a:t>
            </a:r>
            <a:r>
              <a:rPr lang="de-DE" sz="1400" dirty="0" smtClean="0"/>
              <a:t> of </a:t>
            </a:r>
            <a:r>
              <a:rPr lang="de-DE" sz="1400" dirty="0" err="1" smtClean="0"/>
              <a:t>one</a:t>
            </a:r>
            <a:r>
              <a:rPr lang="de-DE" sz="1400" dirty="0" smtClean="0"/>
              <a:t> </a:t>
            </a:r>
            <a:r>
              <a:rPr lang="de-DE" sz="1400" dirty="0" err="1" smtClean="0"/>
              <a:t>image</a:t>
            </a:r>
            <a:r>
              <a:rPr lang="de-DE" sz="1400" dirty="0" smtClean="0"/>
              <a:t> at a time so </a:t>
            </a:r>
            <a:r>
              <a:rPr lang="de-DE" sz="1400" dirty="0" err="1" smtClean="0"/>
              <a:t>it´s</a:t>
            </a:r>
            <a:r>
              <a:rPr lang="de-DE" sz="1400" dirty="0" smtClean="0"/>
              <a:t> not </a:t>
            </a:r>
            <a:r>
              <a:rPr lang="de-DE" sz="1400" dirty="0" err="1" smtClean="0"/>
              <a:t>very</a:t>
            </a:r>
            <a:r>
              <a:rPr lang="de-DE" sz="1400" dirty="0" smtClean="0"/>
              <a:t> </a:t>
            </a:r>
            <a:r>
              <a:rPr lang="de-DE" sz="1400" dirty="0" err="1" smtClean="0"/>
              <a:t>practical</a:t>
            </a:r>
            <a:r>
              <a:rPr lang="de-DE" sz="1400" dirty="0" smtClean="0"/>
              <a:t>.</a:t>
            </a:r>
            <a:br>
              <a:rPr lang="de-DE" sz="1400" dirty="0" smtClean="0"/>
            </a:br>
            <a:r>
              <a:rPr lang="de-DE" sz="1400" dirty="0" smtClean="0"/>
              <a:t/>
            </a:r>
            <a:br>
              <a:rPr lang="de-DE" sz="1400" dirty="0" smtClean="0"/>
            </a:br>
            <a:r>
              <a:rPr lang="de-DE" sz="1400" dirty="0" err="1" smtClean="0"/>
              <a:t>Therefore</a:t>
            </a:r>
            <a:r>
              <a:rPr lang="de-DE" sz="1400" dirty="0" smtClean="0"/>
              <a:t> </a:t>
            </a:r>
            <a:r>
              <a:rPr lang="de-DE" sz="1400" dirty="0" err="1" smtClean="0"/>
              <a:t>run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following</a:t>
            </a:r>
            <a:r>
              <a:rPr lang="de-DE" sz="1400" dirty="0" smtClean="0"/>
              <a:t>, </a:t>
            </a:r>
            <a:r>
              <a:rPr lang="de-DE" sz="1400" dirty="0" err="1" smtClean="0"/>
              <a:t>note</a:t>
            </a:r>
            <a:r>
              <a:rPr lang="de-DE" sz="1400" dirty="0" smtClean="0"/>
              <a:t> </a:t>
            </a:r>
            <a:r>
              <a:rPr lang="de-DE" sz="1400" dirty="0" err="1" smtClean="0"/>
              <a:t>that</a:t>
            </a:r>
            <a:r>
              <a:rPr lang="de-DE" sz="1400" dirty="0" smtClean="0"/>
              <a:t> </a:t>
            </a:r>
            <a:r>
              <a:rPr lang="de-DE" sz="1400" dirty="0" err="1" smtClean="0"/>
              <a:t>it</a:t>
            </a:r>
            <a:r>
              <a:rPr lang="de-DE" sz="1400" dirty="0" smtClean="0"/>
              <a:t> </a:t>
            </a:r>
            <a:r>
              <a:rPr lang="de-DE" sz="1400" dirty="0" err="1" smtClean="0"/>
              <a:t>doesn´t</a:t>
            </a:r>
            <a:r>
              <a:rPr lang="de-DE" sz="1400" dirty="0" smtClean="0"/>
              <a:t> </a:t>
            </a:r>
            <a:r>
              <a:rPr lang="de-DE" sz="1400" dirty="0" err="1" smtClean="0"/>
              <a:t>seem</a:t>
            </a:r>
            <a:r>
              <a:rPr lang="de-DE" sz="1400" dirty="0" smtClean="0"/>
              <a:t> </a:t>
            </a:r>
            <a:r>
              <a:rPr lang="de-DE" sz="1400" dirty="0" err="1" smtClean="0"/>
              <a:t>to</a:t>
            </a:r>
            <a:r>
              <a:rPr lang="de-DE" sz="1400" dirty="0" smtClean="0"/>
              <a:t> </a:t>
            </a:r>
            <a:r>
              <a:rPr lang="de-DE" sz="1400" dirty="0" err="1" smtClean="0"/>
              <a:t>work</a:t>
            </a:r>
            <a:r>
              <a:rPr lang="de-DE" sz="1400" dirty="0" smtClean="0"/>
              <a:t> </a:t>
            </a:r>
            <a:r>
              <a:rPr lang="de-DE" sz="1400" dirty="0" err="1" smtClean="0"/>
              <a:t>unless</a:t>
            </a:r>
            <a:r>
              <a:rPr lang="de-DE" sz="1400" dirty="0" smtClean="0"/>
              <a:t> </a:t>
            </a:r>
            <a:r>
              <a:rPr lang="de-DE" sz="1400" dirty="0" err="1" smtClean="0"/>
              <a:t>you</a:t>
            </a:r>
            <a:r>
              <a:rPr lang="de-DE" sz="1400" dirty="0" smtClean="0"/>
              <a:t> </a:t>
            </a:r>
            <a:r>
              <a:rPr lang="de-DE" sz="1400" dirty="0" err="1" smtClean="0"/>
              <a:t>write</a:t>
            </a:r>
            <a:r>
              <a:rPr lang="de-DE" sz="1400" dirty="0" smtClean="0"/>
              <a:t> </a:t>
            </a:r>
            <a:r>
              <a:rPr lang="de-DE" sz="1400" dirty="0" err="1" smtClean="0"/>
              <a:t>it</a:t>
            </a:r>
            <a:r>
              <a:rPr lang="de-DE" sz="1400" dirty="0" smtClean="0"/>
              <a:t> in </a:t>
            </a:r>
            <a:r>
              <a:rPr lang="de-DE" sz="1400" dirty="0" err="1" smtClean="0"/>
              <a:t>one</a:t>
            </a:r>
            <a:r>
              <a:rPr lang="de-DE" sz="1400" dirty="0" smtClean="0"/>
              <a:t> </a:t>
            </a:r>
            <a:r>
              <a:rPr lang="de-DE" sz="1400" dirty="0" err="1" smtClean="0"/>
              <a:t>line</a:t>
            </a:r>
            <a:r>
              <a:rPr lang="de-DE" sz="1400" dirty="0" smtClean="0"/>
              <a:t> (just </a:t>
            </a:r>
            <a:r>
              <a:rPr lang="de-DE" sz="1400" dirty="0" err="1" smtClean="0"/>
              <a:t>copy</a:t>
            </a:r>
            <a:r>
              <a:rPr lang="de-DE" sz="1400" dirty="0" smtClean="0"/>
              <a:t> in </a:t>
            </a:r>
            <a:r>
              <a:rPr lang="de-DE" sz="1400" dirty="0" err="1" smtClean="0"/>
              <a:t>word</a:t>
            </a:r>
            <a:r>
              <a:rPr lang="de-DE" sz="1400" dirty="0" smtClean="0"/>
              <a:t> </a:t>
            </a:r>
            <a:r>
              <a:rPr lang="de-DE" sz="1400" dirty="0" err="1" smtClean="0"/>
              <a:t>and</a:t>
            </a:r>
            <a:r>
              <a:rPr lang="de-DE" sz="1400" dirty="0" smtClean="0"/>
              <a:t> </a:t>
            </a:r>
            <a:r>
              <a:rPr lang="de-DE" sz="1400" dirty="0" err="1" smtClean="0"/>
              <a:t>use</a:t>
            </a:r>
            <a:r>
              <a:rPr lang="de-DE" sz="1400" dirty="0" smtClean="0"/>
              <a:t> </a:t>
            </a:r>
            <a:r>
              <a:rPr lang="de-DE" sz="1400" dirty="0" err="1" smtClean="0"/>
              <a:t>very</a:t>
            </a:r>
            <a:r>
              <a:rPr lang="de-DE" sz="1400" dirty="0" smtClean="0"/>
              <a:t> </a:t>
            </a:r>
            <a:r>
              <a:rPr lang="de-DE" sz="1400" dirty="0" err="1" smtClean="0"/>
              <a:t>small</a:t>
            </a:r>
            <a:r>
              <a:rPr lang="de-DE" sz="1400" dirty="0" smtClean="0"/>
              <a:t> </a:t>
            </a:r>
            <a:r>
              <a:rPr lang="de-DE" sz="1400" dirty="0" err="1" smtClean="0"/>
              <a:t>font</a:t>
            </a:r>
            <a:r>
              <a:rPr lang="de-DE" sz="1400" dirty="0" smtClean="0"/>
              <a:t>) (</a:t>
            </a:r>
            <a:r>
              <a:rPr lang="de-DE" sz="1400" dirty="0" err="1" smtClean="0"/>
              <a:t>input</a:t>
            </a:r>
            <a:r>
              <a:rPr lang="de-DE" sz="1400" dirty="0" smtClean="0"/>
              <a:t>: </a:t>
            </a:r>
            <a:r>
              <a:rPr lang="de-DE" sz="1400" dirty="0" err="1" smtClean="0"/>
              <a:t>output</a:t>
            </a:r>
            <a:r>
              <a:rPr lang="de-DE" sz="1400" dirty="0" smtClean="0"/>
              <a:t> </a:t>
            </a:r>
            <a:r>
              <a:rPr lang="de-DE" sz="1400" dirty="0" err="1" smtClean="0"/>
              <a:t>of</a:t>
            </a:r>
            <a:r>
              <a:rPr lang="de-DE" sz="1400" dirty="0" smtClean="0"/>
              <a:t> </a:t>
            </a:r>
            <a:r>
              <a:rPr lang="de-DE" sz="1400" dirty="0" err="1" smtClean="0"/>
              <a:t>Plugin</a:t>
            </a:r>
            <a:r>
              <a:rPr lang="de-DE" sz="1400" dirty="0" smtClean="0"/>
              <a:t> 2; </a:t>
            </a:r>
            <a:r>
              <a:rPr lang="de-DE" sz="1400" dirty="0" err="1" smtClean="0"/>
              <a:t>output</a:t>
            </a:r>
            <a:r>
              <a:rPr lang="de-DE" sz="1400" dirty="0" smtClean="0"/>
              <a:t> will </a:t>
            </a:r>
            <a:r>
              <a:rPr lang="de-DE" sz="1400" dirty="0" err="1" smtClean="0"/>
              <a:t>be</a:t>
            </a:r>
            <a:r>
              <a:rPr lang="de-DE" sz="1400" dirty="0" smtClean="0"/>
              <a:t> </a:t>
            </a:r>
            <a:r>
              <a:rPr lang="de-DE" sz="1400" dirty="0" err="1" smtClean="0"/>
              <a:t>saved</a:t>
            </a:r>
            <a:r>
              <a:rPr lang="de-DE" sz="1400" dirty="0" smtClean="0"/>
              <a:t> in </a:t>
            </a:r>
            <a:r>
              <a:rPr lang="de-DE" sz="1400" dirty="0" err="1" smtClean="0"/>
              <a:t>the</a:t>
            </a:r>
            <a:r>
              <a:rPr lang="de-DE" sz="1400" dirty="0" smtClean="0"/>
              <a:t> same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</a:t>
            </a:r>
            <a:r>
              <a:rPr lang="de-DE" sz="1400" dirty="0" err="1" smtClean="0"/>
              <a:t>as</a:t>
            </a:r>
            <a:r>
              <a:rPr lang="de-DE" sz="1400" dirty="0" smtClean="0"/>
              <a:t> </a:t>
            </a:r>
            <a:r>
              <a:rPr lang="de-DE" sz="1400" dirty="0" err="1" smtClean="0"/>
              <a:t>input</a:t>
            </a:r>
            <a:r>
              <a:rPr lang="de-DE" sz="1400" dirty="0" smtClean="0"/>
              <a:t>):</a:t>
            </a:r>
            <a:br>
              <a:rPr lang="de-DE" sz="1400" dirty="0" smtClean="0"/>
            </a:br>
            <a:endParaRPr lang="de-DE" sz="1400" dirty="0" smtClean="0"/>
          </a:p>
          <a:p>
            <a:r>
              <a:rPr lang="en-GB" sz="1400" b="1" dirty="0" err="1">
                <a:solidFill>
                  <a:srgbClr val="00B0F0"/>
                </a:solidFill>
              </a:rPr>
              <a:t>cellpose</a:t>
            </a:r>
            <a:r>
              <a:rPr lang="en-GB" sz="1400" b="1" dirty="0">
                <a:solidFill>
                  <a:srgbClr val="00B0F0"/>
                </a:solidFill>
              </a:rPr>
              <a:t> --</a:t>
            </a:r>
            <a:r>
              <a:rPr lang="en-GB" sz="1400" b="1" dirty="0" err="1">
                <a:solidFill>
                  <a:srgbClr val="00B0F0"/>
                </a:solidFill>
              </a:rPr>
              <a:t>dir</a:t>
            </a:r>
            <a:r>
              <a:rPr lang="en-GB" sz="1400" b="1" dirty="0">
                <a:solidFill>
                  <a:srgbClr val="00B0F0"/>
                </a:solidFill>
              </a:rPr>
              <a:t> "Q:\Members\Lisa Werland\Results\2 Dynamics of regulation of PhoQ by SafA and MgrB\1 Bleach FRET\4 Binding affinity\20250327\input images for </a:t>
            </a:r>
            <a:r>
              <a:rPr lang="en-GB" sz="1400" b="1" dirty="0" err="1">
                <a:solidFill>
                  <a:srgbClr val="00B0F0"/>
                </a:solidFill>
              </a:rPr>
              <a:t>cellpose</a:t>
            </a:r>
            <a:r>
              <a:rPr lang="en-GB" sz="1400" b="1" dirty="0">
                <a:solidFill>
                  <a:srgbClr val="00B0F0"/>
                </a:solidFill>
              </a:rPr>
              <a:t>" --</a:t>
            </a:r>
            <a:r>
              <a:rPr lang="en-GB" sz="1400" b="1" dirty="0" err="1">
                <a:solidFill>
                  <a:srgbClr val="00B0F0"/>
                </a:solidFill>
              </a:rPr>
              <a:t>pretrained_model</a:t>
            </a:r>
            <a:r>
              <a:rPr lang="en-GB" sz="1400" b="1" dirty="0">
                <a:solidFill>
                  <a:srgbClr val="00B0F0"/>
                </a:solidFill>
              </a:rPr>
              <a:t> bact_fluor_cp3 --diameter 25 --</a:t>
            </a:r>
            <a:r>
              <a:rPr lang="en-GB" sz="1400" b="1" dirty="0" err="1">
                <a:solidFill>
                  <a:srgbClr val="00B0F0"/>
                </a:solidFill>
              </a:rPr>
              <a:t>save_tif</a:t>
            </a:r>
            <a:r>
              <a:rPr lang="en-GB" sz="1400" b="1" dirty="0">
                <a:solidFill>
                  <a:srgbClr val="00B0F0"/>
                </a:solidFill>
              </a:rPr>
              <a:t> --</a:t>
            </a:r>
            <a:r>
              <a:rPr lang="en-GB" sz="1400" b="1" dirty="0" err="1">
                <a:solidFill>
                  <a:srgbClr val="00B0F0"/>
                </a:solidFill>
              </a:rPr>
              <a:t>save_png</a:t>
            </a:r>
            <a:r>
              <a:rPr lang="en-GB" sz="1400" b="1" dirty="0">
                <a:solidFill>
                  <a:srgbClr val="00B0F0"/>
                </a:solidFill>
              </a:rPr>
              <a:t> --</a:t>
            </a:r>
            <a:r>
              <a:rPr lang="en-GB" sz="1400" b="1" dirty="0" err="1">
                <a:solidFill>
                  <a:srgbClr val="00B0F0"/>
                </a:solidFill>
              </a:rPr>
              <a:t>save_outlines</a:t>
            </a:r>
            <a:r>
              <a:rPr lang="en-GB" sz="1400" b="1" dirty="0">
                <a:solidFill>
                  <a:srgbClr val="00B0F0"/>
                </a:solidFill>
              </a:rPr>
              <a:t> --</a:t>
            </a:r>
            <a:r>
              <a:rPr lang="en-GB" sz="1400" b="1" dirty="0" err="1">
                <a:solidFill>
                  <a:srgbClr val="00B0F0"/>
                </a:solidFill>
              </a:rPr>
              <a:t>save_rois</a:t>
            </a:r>
            <a:r>
              <a:rPr lang="en-GB" sz="1400" b="1" dirty="0">
                <a:solidFill>
                  <a:srgbClr val="00B0F0"/>
                </a:solidFill>
              </a:rPr>
              <a:t> --</a:t>
            </a:r>
            <a:r>
              <a:rPr lang="en-GB" sz="1400" b="1" dirty="0" err="1">
                <a:solidFill>
                  <a:srgbClr val="00B0F0"/>
                </a:solidFill>
              </a:rPr>
              <a:t>save_txt</a:t>
            </a:r>
            <a:r>
              <a:rPr lang="en-GB" sz="1400" b="1" dirty="0">
                <a:solidFill>
                  <a:srgbClr val="00B0F0"/>
                </a:solidFill>
              </a:rPr>
              <a:t> --verbose</a:t>
            </a:r>
          </a:p>
          <a:p>
            <a:r>
              <a:rPr lang="de-DE" sz="1400" dirty="0" smtClean="0"/>
              <a:t/>
            </a:r>
            <a:br>
              <a:rPr lang="de-DE" sz="1400" dirty="0" smtClean="0"/>
            </a:br>
            <a:r>
              <a:rPr lang="de-DE" sz="1400" dirty="0" smtClean="0"/>
              <a:t>The </a:t>
            </a:r>
            <a:r>
              <a:rPr lang="de-DE" sz="1400" dirty="0" err="1" smtClean="0"/>
              <a:t>value</a:t>
            </a:r>
            <a:r>
              <a:rPr lang="de-DE" sz="1400" dirty="0" smtClean="0"/>
              <a:t> of 25 </a:t>
            </a:r>
            <a:r>
              <a:rPr lang="de-DE" sz="1400" dirty="0" err="1" smtClean="0"/>
              <a:t>for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diameter</a:t>
            </a:r>
            <a:r>
              <a:rPr lang="de-DE" sz="1400" dirty="0" smtClean="0"/>
              <a:t> </a:t>
            </a:r>
            <a:r>
              <a:rPr lang="de-DE" sz="1400" dirty="0" err="1" smtClean="0"/>
              <a:t>is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result</a:t>
            </a:r>
            <a:r>
              <a:rPr lang="de-DE" sz="1400" dirty="0" smtClean="0"/>
              <a:t> of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optimization</a:t>
            </a:r>
            <a:r>
              <a:rPr lang="de-DE" sz="1400" dirty="0" smtClean="0"/>
              <a:t> ran on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calibration</a:t>
            </a:r>
            <a:endParaRPr lang="de-DE" sz="1400" dirty="0" smtClean="0"/>
          </a:p>
        </p:txBody>
      </p:sp>
      <p:sp>
        <p:nvSpPr>
          <p:cNvPr id="3" name="Rectangle 2"/>
          <p:cNvSpPr/>
          <p:nvPr/>
        </p:nvSpPr>
        <p:spPr>
          <a:xfrm>
            <a:off x="106612" y="204001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1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Cellpose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80752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12" y="204001"/>
            <a:ext cx="5614101" cy="1877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PLUGIN 3 (</a:t>
            </a:r>
            <a:r>
              <a:rPr lang="de-DE" b="1" i="1" dirty="0" err="1">
                <a:latin typeface="Calibri" panose="020F0502020204030204" pitchFamily="34" charset="0"/>
                <a:ea typeface="Calibri" panose="020F0502020204030204" pitchFamily="34" charset="0"/>
              </a:rPr>
              <a:t>ImageJ</a:t>
            </a:r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endParaRPr lang="de-DE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</a:rPr>
              <a:t>Make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</a:rPr>
              <a:t>new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</a:rPr>
              <a:t>folder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</a:rPr>
              <a:t> „Analysis </a:t>
            </a: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</a:rPr>
              <a:t>Bleaching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</a:rPr>
              <a:t>“ </a:t>
            </a: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</a:rPr>
              <a:t>by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</a:rPr>
              <a:t>hand</a:t>
            </a:r>
            <a:endParaRPr lang="de-DE" sz="1400" b="1" i="1" u="sng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sz="1400" dirty="0" err="1" smtClean="0"/>
              <a:t>Measuring</a:t>
            </a:r>
            <a:r>
              <a:rPr lang="de-DE" sz="1400" dirty="0" smtClean="0"/>
              <a:t> </a:t>
            </a:r>
            <a:r>
              <a:rPr lang="de-DE" sz="1400" dirty="0" err="1"/>
              <a:t>the</a:t>
            </a:r>
            <a:r>
              <a:rPr lang="de-DE" sz="1400" dirty="0"/>
              <a:t> ROIs </a:t>
            </a:r>
            <a:r>
              <a:rPr lang="de-DE" sz="1400" dirty="0" err="1"/>
              <a:t>discriminating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bleached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unbleached</a:t>
            </a:r>
            <a:r>
              <a:rPr lang="de-DE" sz="1400" dirty="0"/>
              <a:t> </a:t>
            </a:r>
            <a:r>
              <a:rPr lang="de-DE" sz="1400" dirty="0" err="1"/>
              <a:t>ones</a:t>
            </a:r>
            <a:r>
              <a:rPr lang="de-DE" sz="1400" dirty="0" smtClean="0"/>
              <a:t>.</a:t>
            </a:r>
          </a:p>
          <a:p>
            <a:r>
              <a:rPr lang="de-DE" sz="1400" dirty="0" smtClean="0"/>
              <a:t>Input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</a:t>
            </a:r>
            <a:r>
              <a:rPr lang="de-DE" sz="1400" dirty="0" err="1" smtClean="0"/>
              <a:t>images</a:t>
            </a:r>
            <a:r>
              <a:rPr lang="de-DE" sz="1400" dirty="0" smtClean="0"/>
              <a:t>: </a:t>
            </a:r>
            <a:r>
              <a:rPr lang="de-DE" sz="1400" dirty="0" err="1" smtClean="0"/>
              <a:t>output</a:t>
            </a:r>
            <a:r>
              <a:rPr lang="de-DE" sz="1400" dirty="0" smtClean="0"/>
              <a:t>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</a:t>
            </a:r>
            <a:r>
              <a:rPr lang="de-DE" sz="1400" dirty="0" err="1" smtClean="0"/>
              <a:t>of</a:t>
            </a:r>
            <a:r>
              <a:rPr lang="de-DE" sz="1400" dirty="0" smtClean="0"/>
              <a:t> </a:t>
            </a:r>
            <a:r>
              <a:rPr lang="de-DE" sz="1400" dirty="0" err="1" smtClean="0"/>
              <a:t>Plugin</a:t>
            </a:r>
            <a:r>
              <a:rPr lang="de-DE" sz="1400" dirty="0" smtClean="0"/>
              <a:t> 1</a:t>
            </a:r>
          </a:p>
          <a:p>
            <a:r>
              <a:rPr lang="de-DE" sz="1400" dirty="0" smtClean="0"/>
              <a:t>Input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ROI </a:t>
            </a:r>
            <a:r>
              <a:rPr lang="de-DE" sz="1400" dirty="0" err="1" smtClean="0"/>
              <a:t>zip</a:t>
            </a:r>
            <a:r>
              <a:rPr lang="de-DE" sz="1400" dirty="0" smtClean="0"/>
              <a:t> </a:t>
            </a:r>
            <a:r>
              <a:rPr lang="de-DE" sz="1400" dirty="0" err="1" smtClean="0"/>
              <a:t>foles</a:t>
            </a:r>
            <a:r>
              <a:rPr lang="de-DE" sz="1400" dirty="0" smtClean="0"/>
              <a:t>: </a:t>
            </a:r>
            <a:r>
              <a:rPr lang="de-DE" sz="1400" dirty="0" err="1" smtClean="0"/>
              <a:t>output</a:t>
            </a:r>
            <a:r>
              <a:rPr lang="de-DE" sz="1400" dirty="0" smtClean="0"/>
              <a:t>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</a:t>
            </a:r>
            <a:r>
              <a:rPr lang="de-DE" sz="1400" dirty="0" err="1" smtClean="0"/>
              <a:t>of</a:t>
            </a:r>
            <a:r>
              <a:rPr lang="de-DE" sz="1400" dirty="0" smtClean="0"/>
              <a:t> </a:t>
            </a:r>
            <a:r>
              <a:rPr lang="de-DE" sz="1400" dirty="0" err="1" smtClean="0"/>
              <a:t>Plugin</a:t>
            </a:r>
            <a:r>
              <a:rPr lang="de-DE" sz="1400" dirty="0" smtClean="0"/>
              <a:t> 2</a:t>
            </a:r>
          </a:p>
          <a:p>
            <a:r>
              <a:rPr lang="de-DE" sz="1400" dirty="0" err="1" smtClean="0"/>
              <a:t>Bleached</a:t>
            </a:r>
            <a:r>
              <a:rPr lang="de-DE" sz="1400" dirty="0" smtClean="0"/>
              <a:t>/</a:t>
            </a:r>
            <a:r>
              <a:rPr lang="de-DE" sz="1400" dirty="0" err="1" smtClean="0"/>
              <a:t>Unbleached</a:t>
            </a:r>
            <a:r>
              <a:rPr lang="de-DE" sz="1400" dirty="0" smtClean="0"/>
              <a:t> ROI: </a:t>
            </a:r>
            <a:r>
              <a:rPr lang="de-DE" sz="1400" dirty="0" err="1" smtClean="0"/>
              <a:t>draw</a:t>
            </a:r>
            <a:r>
              <a:rPr lang="de-DE" sz="1400" dirty="0" smtClean="0"/>
              <a:t> </a:t>
            </a:r>
            <a:r>
              <a:rPr lang="de-DE" sz="1400" dirty="0" err="1" smtClean="0"/>
              <a:t>by</a:t>
            </a:r>
            <a:r>
              <a:rPr lang="de-DE" sz="1400" dirty="0" smtClean="0"/>
              <a:t> </a:t>
            </a:r>
            <a:r>
              <a:rPr lang="de-DE" sz="1400" dirty="0" err="1" smtClean="0"/>
              <a:t>hand</a:t>
            </a:r>
            <a:r>
              <a:rPr lang="de-DE" sz="1400" dirty="0" smtClean="0"/>
              <a:t> </a:t>
            </a:r>
            <a:r>
              <a:rPr lang="de-DE" sz="1400" dirty="0" err="1" smtClean="0"/>
              <a:t>based</a:t>
            </a:r>
            <a:r>
              <a:rPr lang="de-DE" sz="1400" dirty="0" smtClean="0"/>
              <a:t> on a </a:t>
            </a:r>
            <a:r>
              <a:rPr lang="de-DE" sz="1400" dirty="0" err="1" smtClean="0"/>
              <a:t>few</a:t>
            </a:r>
            <a:r>
              <a:rPr lang="de-DE" sz="1400" dirty="0" smtClean="0"/>
              <a:t> </a:t>
            </a:r>
            <a:r>
              <a:rPr lang="de-DE" sz="1400" dirty="0" err="1" smtClean="0"/>
              <a:t>image</a:t>
            </a:r>
            <a:r>
              <a:rPr lang="de-DE" sz="1400" dirty="0" smtClean="0"/>
              <a:t> </a:t>
            </a:r>
            <a:r>
              <a:rPr lang="de-DE" sz="1400" dirty="0" err="1" smtClean="0"/>
              <a:t>sequences</a:t>
            </a:r>
            <a:endParaRPr lang="de-DE" sz="1400" dirty="0"/>
          </a:p>
          <a:p>
            <a:r>
              <a:rPr lang="de-DE" sz="1400" dirty="0" smtClean="0"/>
              <a:t>Output: </a:t>
            </a:r>
            <a:r>
              <a:rPr lang="de-DE" sz="1400" dirty="0" err="1" smtClean="0"/>
              <a:t>new</a:t>
            </a:r>
            <a:r>
              <a:rPr lang="de-DE" sz="1400" dirty="0" smtClean="0"/>
              <a:t> </a:t>
            </a:r>
            <a:r>
              <a:rPr lang="de-DE" sz="1400" dirty="0" err="1" smtClean="0"/>
              <a:t>folder</a:t>
            </a:r>
            <a:r>
              <a:rPr lang="de-DE" sz="1400" dirty="0" smtClean="0"/>
              <a:t> </a:t>
            </a:r>
            <a:r>
              <a:rPr lang="de-DE" sz="1400" dirty="0" err="1" smtClean="0"/>
              <a:t>with</a:t>
            </a:r>
            <a:r>
              <a:rPr lang="de-DE" sz="1400" dirty="0" smtClean="0"/>
              <a:t> .</a:t>
            </a:r>
            <a:r>
              <a:rPr lang="de-DE" sz="1400" dirty="0" err="1" smtClean="0"/>
              <a:t>csv</a:t>
            </a:r>
            <a:r>
              <a:rPr lang="de-DE" sz="1400" dirty="0" smtClean="0"/>
              <a:t> </a:t>
            </a:r>
            <a:r>
              <a:rPr lang="de-DE" sz="1400" dirty="0" err="1" smtClean="0"/>
              <a:t>files</a:t>
            </a:r>
            <a:endParaRPr lang="de-DE" sz="1400" dirty="0"/>
          </a:p>
          <a:p>
            <a:r>
              <a:rPr lang="de-DE" sz="1400" dirty="0" err="1"/>
              <a:t>Make</a:t>
            </a:r>
            <a:r>
              <a:rPr lang="de-DE" sz="1400" dirty="0"/>
              <a:t> </a:t>
            </a:r>
            <a:r>
              <a:rPr lang="de-DE" sz="1400" dirty="0" err="1"/>
              <a:t>sure</a:t>
            </a:r>
            <a:r>
              <a:rPr lang="de-DE" sz="1400" dirty="0"/>
              <a:t> „Set </a:t>
            </a:r>
            <a:r>
              <a:rPr lang="de-DE" sz="1400" dirty="0" err="1"/>
              <a:t>Measurements</a:t>
            </a:r>
            <a:r>
              <a:rPr lang="de-DE" sz="1400" dirty="0"/>
              <a:t>“ </a:t>
            </a:r>
            <a:r>
              <a:rPr lang="de-DE" sz="1400" dirty="0" err="1"/>
              <a:t>looks</a:t>
            </a:r>
            <a:r>
              <a:rPr lang="de-DE" sz="1400" dirty="0"/>
              <a:t> like </a:t>
            </a:r>
            <a:r>
              <a:rPr lang="de-DE" sz="1400" dirty="0" err="1"/>
              <a:t>this</a:t>
            </a:r>
            <a:r>
              <a:rPr lang="de-DE" sz="1400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3" y="2201553"/>
            <a:ext cx="2857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9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065" y="208664"/>
            <a:ext cx="764771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PLUGIN 4 (Python)</a:t>
            </a:r>
            <a:r>
              <a:rPr lang="de-DE" b="1" i="1" u="sng" dirty="0" smtClean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b="1" i="1" u="sng" dirty="0" smtClean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err="1" smtClean="0"/>
              <a:t>to</a:t>
            </a:r>
            <a:r>
              <a:rPr lang="de-DE" sz="1400" dirty="0" smtClean="0"/>
              <a:t> </a:t>
            </a:r>
            <a:r>
              <a:rPr lang="de-DE" sz="1400" dirty="0" err="1" smtClean="0"/>
              <a:t>run</a:t>
            </a:r>
            <a:r>
              <a:rPr lang="de-DE" sz="1400" dirty="0" smtClean="0"/>
              <a:t> in </a:t>
            </a:r>
            <a:r>
              <a:rPr lang="de-DE" sz="1400" dirty="0" err="1" smtClean="0"/>
              <a:t>Anaconda</a:t>
            </a:r>
            <a:r>
              <a:rPr lang="de-DE" sz="1400" dirty="0" smtClean="0"/>
              <a:t>, </a:t>
            </a:r>
            <a:r>
              <a:rPr lang="de-DE" sz="1400" dirty="0" err="1" smtClean="0"/>
              <a:t>handling</a:t>
            </a:r>
            <a:r>
              <a:rPr lang="de-DE" sz="1400" dirty="0" smtClean="0"/>
              <a:t> </a:t>
            </a:r>
            <a:r>
              <a:rPr lang="de-DE" sz="1400" dirty="0" err="1" smtClean="0"/>
              <a:t>the</a:t>
            </a:r>
            <a:r>
              <a:rPr lang="de-DE" sz="1400" dirty="0" smtClean="0"/>
              <a:t> </a:t>
            </a:r>
            <a:r>
              <a:rPr lang="de-DE" sz="1400" dirty="0" err="1" smtClean="0"/>
              <a:t>results</a:t>
            </a:r>
            <a:r>
              <a:rPr lang="de-DE" sz="1400" dirty="0" smtClean="0"/>
              <a:t> </a:t>
            </a:r>
            <a:r>
              <a:rPr lang="de-DE" sz="1400" dirty="0" err="1" smtClean="0"/>
              <a:t>from</a:t>
            </a:r>
            <a:r>
              <a:rPr lang="de-DE" sz="1400" dirty="0" smtClean="0"/>
              <a:t> </a:t>
            </a:r>
            <a:r>
              <a:rPr lang="de-DE" sz="1400" dirty="0" err="1" smtClean="0"/>
              <a:t>bleach</a:t>
            </a:r>
            <a:r>
              <a:rPr lang="de-DE" sz="1400" dirty="0" smtClean="0"/>
              <a:t> </a:t>
            </a:r>
            <a:r>
              <a:rPr lang="de-DE" sz="1400" dirty="0" err="1" smtClean="0"/>
              <a:t>fret</a:t>
            </a:r>
            <a:r>
              <a:rPr lang="de-DE" sz="1400" dirty="0" smtClean="0"/>
              <a:t> </a:t>
            </a:r>
            <a:r>
              <a:rPr lang="de-DE" sz="1400" dirty="0" err="1" smtClean="0"/>
              <a:t>and</a:t>
            </a:r>
            <a:r>
              <a:rPr lang="de-DE" sz="1400" dirty="0" smtClean="0"/>
              <a:t> </a:t>
            </a:r>
            <a:r>
              <a:rPr lang="de-DE" sz="1400" dirty="0" err="1" smtClean="0"/>
              <a:t>creating</a:t>
            </a:r>
            <a:r>
              <a:rPr lang="de-DE" sz="1400" dirty="0" smtClean="0"/>
              <a:t> a </a:t>
            </a:r>
            <a:r>
              <a:rPr lang="de-DE" sz="1400" dirty="0" err="1" smtClean="0"/>
              <a:t>new</a:t>
            </a:r>
            <a:r>
              <a:rPr lang="de-DE" sz="1400" dirty="0" smtClean="0"/>
              <a:t> </a:t>
            </a:r>
            <a:r>
              <a:rPr lang="de-DE" sz="1400" dirty="0" err="1" smtClean="0"/>
              <a:t>file</a:t>
            </a:r>
            <a:r>
              <a:rPr lang="de-DE" sz="1400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 err="1"/>
              <a:t>Copy</a:t>
            </a:r>
            <a:r>
              <a:rPr lang="de-DE" sz="1400" dirty="0"/>
              <a:t> </a:t>
            </a:r>
            <a:r>
              <a:rPr lang="de-DE" sz="1400" dirty="0" err="1"/>
              <a:t>output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Plugin</a:t>
            </a:r>
            <a:r>
              <a:rPr lang="de-DE" sz="1400" dirty="0"/>
              <a:t> 3 </a:t>
            </a:r>
            <a:r>
              <a:rPr lang="de-DE" sz="1400" dirty="0" err="1"/>
              <a:t>to</a:t>
            </a:r>
            <a:r>
              <a:rPr lang="de-DE" sz="1400" dirty="0"/>
              <a:t> C:\</a:t>
            </a:r>
            <a:r>
              <a:rPr lang="de-DE" sz="1400" dirty="0" smtClean="0"/>
              <a:t>Users\WerlandL\FRET (</a:t>
            </a:r>
            <a:r>
              <a:rPr lang="de-DE" sz="1400" dirty="0" err="1" smtClean="0"/>
              <a:t>input</a:t>
            </a:r>
            <a:r>
              <a:rPr lang="de-DE" sz="1400" dirty="0" smtClean="0"/>
              <a:t> </a:t>
            </a:r>
            <a:r>
              <a:rPr lang="de-DE" sz="1400" dirty="0" err="1" smtClean="0"/>
              <a:t>for</a:t>
            </a:r>
            <a:r>
              <a:rPr lang="de-DE" sz="1400" dirty="0" smtClean="0"/>
              <a:t> Plugin4.py)</a:t>
            </a:r>
            <a:endParaRPr lang="de-DE" sz="1400" dirty="0"/>
          </a:p>
          <a:p>
            <a:pPr marL="228600" indent="-228600">
              <a:buFont typeface="+mj-lt"/>
              <a:buAutoNum type="arabicPeriod"/>
            </a:pPr>
            <a:r>
              <a:rPr lang="de-DE" sz="1400" dirty="0" smtClean="0"/>
              <a:t>In </a:t>
            </a:r>
            <a:r>
              <a:rPr lang="de-DE" sz="1400" dirty="0" err="1" smtClean="0"/>
              <a:t>Anaconda</a:t>
            </a:r>
            <a:r>
              <a:rPr lang="de-DE" sz="1400" dirty="0" smtClean="0"/>
              <a:t> </a:t>
            </a:r>
            <a:r>
              <a:rPr lang="de-DE" sz="1400" dirty="0" err="1" smtClean="0"/>
              <a:t>go</a:t>
            </a:r>
            <a:r>
              <a:rPr lang="de-DE" sz="1400" dirty="0" smtClean="0"/>
              <a:t> </a:t>
            </a:r>
            <a:r>
              <a:rPr lang="de-DE" sz="1400" dirty="0" err="1" smtClean="0"/>
              <a:t>inside</a:t>
            </a:r>
            <a:r>
              <a:rPr lang="de-DE" sz="1400" dirty="0" smtClean="0"/>
              <a:t> </a:t>
            </a:r>
            <a:r>
              <a:rPr lang="de-DE" sz="1400" dirty="0"/>
              <a:t>C:\</a:t>
            </a:r>
            <a:r>
              <a:rPr lang="de-DE" sz="1400" dirty="0" smtClean="0"/>
              <a:t>Users\WerlandL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 smtClean="0">
                <a:ea typeface="Calibri" panose="020F0502020204030204" pitchFamily="34" charset="0"/>
              </a:rPr>
              <a:t>Run Plugin4.py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 err="1" smtClean="0">
                <a:ea typeface="Calibri" panose="020F0502020204030204" pitchFamily="34" charset="0"/>
              </a:rPr>
              <a:t>Saves</a:t>
            </a:r>
            <a:r>
              <a:rPr lang="de-DE" sz="1400" dirty="0" smtClean="0">
                <a:ea typeface="Calibri" panose="020F0502020204030204" pitchFamily="34" charset="0"/>
              </a:rPr>
              <a:t> </a:t>
            </a:r>
            <a:r>
              <a:rPr lang="de-DE" sz="1400" dirty="0" err="1" smtClean="0">
                <a:ea typeface="Calibri" panose="020F0502020204030204" pitchFamily="34" charset="0"/>
              </a:rPr>
              <a:t>output</a:t>
            </a:r>
            <a:r>
              <a:rPr lang="de-DE" sz="1400" dirty="0" smtClean="0">
                <a:ea typeface="Calibri" panose="020F0502020204030204" pitchFamily="34" charset="0"/>
              </a:rPr>
              <a:t> in </a:t>
            </a:r>
            <a:r>
              <a:rPr lang="de-DE" sz="1400" dirty="0"/>
              <a:t>C:\</a:t>
            </a:r>
            <a:r>
              <a:rPr lang="de-DE" sz="1400" dirty="0" smtClean="0"/>
              <a:t>Users\WerlandL\</a:t>
            </a:r>
            <a:r>
              <a:rPr lang="de-DE" sz="1400" dirty="0" smtClean="0">
                <a:ea typeface="Calibri" panose="020F0502020204030204" pitchFamily="34" charset="0"/>
              </a:rPr>
              <a:t>FRET2</a:t>
            </a:r>
            <a:endParaRPr lang="de-DE" sz="1100" dirty="0">
              <a:ea typeface="Calibri" panose="020F0502020204030204" pitchFamily="34" charset="0"/>
            </a:endParaRPr>
          </a:p>
          <a:p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PLUGIN </a:t>
            </a:r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5</a:t>
            </a:r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 (Python)</a:t>
            </a:r>
            <a:r>
              <a:rPr lang="de-DE" b="1" i="1" u="sng" dirty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b="1" i="1" u="sng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run</a:t>
            </a:r>
            <a:r>
              <a:rPr lang="de-DE" sz="1400" dirty="0"/>
              <a:t> in </a:t>
            </a:r>
            <a:r>
              <a:rPr lang="de-DE" sz="1400" dirty="0" err="1"/>
              <a:t>Anaconda</a:t>
            </a:r>
            <a:r>
              <a:rPr lang="de-DE" sz="1400" dirty="0"/>
              <a:t>, </a:t>
            </a:r>
            <a:r>
              <a:rPr lang="de-DE" sz="1400" dirty="0" err="1"/>
              <a:t>handling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results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 </a:t>
            </a:r>
            <a:r>
              <a:rPr lang="de-DE" sz="1400" dirty="0" err="1"/>
              <a:t>bleach</a:t>
            </a:r>
            <a:r>
              <a:rPr lang="de-DE" sz="1400" dirty="0"/>
              <a:t> </a:t>
            </a:r>
            <a:r>
              <a:rPr lang="de-DE" sz="1400" dirty="0" err="1"/>
              <a:t>fret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creating</a:t>
            </a:r>
            <a:r>
              <a:rPr lang="de-DE" sz="1400" dirty="0"/>
              <a:t> a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b="1" dirty="0">
                <a:solidFill>
                  <a:srgbClr val="FF0000"/>
                </a:solidFill>
              </a:rPr>
              <a:t>Change BG </a:t>
            </a:r>
            <a:r>
              <a:rPr lang="de-DE" sz="1400" b="1" dirty="0" err="1">
                <a:solidFill>
                  <a:srgbClr val="FF0000"/>
                </a:solidFill>
              </a:rPr>
              <a:t>lines</a:t>
            </a:r>
            <a:r>
              <a:rPr lang="de-DE" sz="1400" b="1" dirty="0">
                <a:solidFill>
                  <a:srgbClr val="FF0000"/>
                </a:solidFill>
              </a:rPr>
              <a:t> 34 &amp; 83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/>
              <a:t>In </a:t>
            </a:r>
            <a:r>
              <a:rPr lang="de-DE" sz="1400" dirty="0" err="1"/>
              <a:t>Anaconda</a:t>
            </a:r>
            <a:r>
              <a:rPr lang="de-DE" sz="1400" dirty="0"/>
              <a:t> </a:t>
            </a:r>
            <a:r>
              <a:rPr lang="de-DE" sz="1400" dirty="0" err="1"/>
              <a:t>go</a:t>
            </a:r>
            <a:r>
              <a:rPr lang="de-DE" sz="1400" dirty="0"/>
              <a:t> </a:t>
            </a:r>
            <a:r>
              <a:rPr lang="de-DE" sz="1400" dirty="0" err="1"/>
              <a:t>inside</a:t>
            </a:r>
            <a:r>
              <a:rPr lang="de-DE" sz="1400" dirty="0"/>
              <a:t> C:\Users\WerlandL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>
                <a:ea typeface="Calibri" panose="020F0502020204030204" pitchFamily="34" charset="0"/>
              </a:rPr>
              <a:t>Run Plugin5.py (</a:t>
            </a:r>
            <a:r>
              <a:rPr lang="de-DE" sz="1400" dirty="0" err="1">
                <a:ea typeface="Calibri" panose="020F0502020204030204" pitchFamily="34" charset="0"/>
              </a:rPr>
              <a:t>uses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/>
              <a:t>C:\Users\WerlandL\</a:t>
            </a:r>
            <a:r>
              <a:rPr lang="de-DE" sz="1400" dirty="0">
                <a:ea typeface="Calibri" panose="020F0502020204030204" pitchFamily="34" charset="0"/>
              </a:rPr>
              <a:t>FRET2 </a:t>
            </a:r>
            <a:r>
              <a:rPr lang="de-DE" sz="1400" dirty="0" err="1">
                <a:ea typeface="Calibri" panose="020F0502020204030204" pitchFamily="34" charset="0"/>
              </a:rPr>
              <a:t>as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 err="1">
                <a:ea typeface="Calibri" panose="020F0502020204030204" pitchFamily="34" charset="0"/>
              </a:rPr>
              <a:t>input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 err="1">
                <a:ea typeface="Calibri" panose="020F0502020204030204" pitchFamily="34" charset="0"/>
              </a:rPr>
              <a:t>and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 err="1">
                <a:ea typeface="Calibri" panose="020F0502020204030204" pitchFamily="34" charset="0"/>
              </a:rPr>
              <a:t>saves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 err="1">
                <a:ea typeface="Calibri" panose="020F0502020204030204" pitchFamily="34" charset="0"/>
              </a:rPr>
              <a:t>output</a:t>
            </a:r>
            <a:r>
              <a:rPr lang="de-DE" sz="1400" dirty="0">
                <a:ea typeface="Calibri" panose="020F0502020204030204" pitchFamily="34" charset="0"/>
              </a:rPr>
              <a:t> in </a:t>
            </a:r>
            <a:r>
              <a:rPr lang="de-DE" sz="1400" dirty="0"/>
              <a:t>C:\Users\WerlandL\</a:t>
            </a:r>
            <a:r>
              <a:rPr lang="de-DE" sz="1400" dirty="0">
                <a:ea typeface="Calibri" panose="020F0502020204030204" pitchFamily="34" charset="0"/>
              </a:rPr>
              <a:t>FRET3</a:t>
            </a:r>
            <a:r>
              <a:rPr lang="de-DE" sz="1400" dirty="0" smtClean="0">
                <a:ea typeface="Calibri" panose="020F0502020204030204" pitchFamily="34" charset="0"/>
              </a:rPr>
              <a:t>)</a:t>
            </a:r>
          </a:p>
          <a:p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PLUGIN </a:t>
            </a:r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7 (Excel)</a:t>
            </a:r>
            <a: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need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use</a:t>
            </a:r>
            <a:r>
              <a:rPr lang="de-DE" sz="1400" dirty="0"/>
              <a:t> an </a:t>
            </a:r>
            <a:r>
              <a:rPr lang="de-DE" sz="1400" dirty="0" err="1"/>
              <a:t>excel</a:t>
            </a:r>
            <a:r>
              <a:rPr lang="de-DE" sz="1400" dirty="0"/>
              <a:t> </a:t>
            </a:r>
            <a:r>
              <a:rPr lang="de-DE" sz="1400" dirty="0" err="1"/>
              <a:t>macro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convert</a:t>
            </a:r>
            <a:r>
              <a:rPr lang="de-DE" sz="1400" dirty="0"/>
              <a:t> </a:t>
            </a:r>
            <a:r>
              <a:rPr lang="de-DE" sz="1400" dirty="0" err="1"/>
              <a:t>csv</a:t>
            </a:r>
            <a:r>
              <a:rPr lang="de-DE" sz="1400" dirty="0"/>
              <a:t> in </a:t>
            </a:r>
            <a:r>
              <a:rPr lang="de-DE" sz="1400" dirty="0" err="1"/>
              <a:t>xlsx</a:t>
            </a:r>
            <a:r>
              <a:rPr lang="de-DE" sz="1400" dirty="0"/>
              <a:t>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  <a:r>
              <a:rPr lang="de-DE" sz="1400" dirty="0" err="1"/>
              <a:t>when</a:t>
            </a:r>
            <a:r>
              <a:rPr lang="de-DE" sz="1400" dirty="0"/>
              <a:t> </a:t>
            </a:r>
            <a:r>
              <a:rPr lang="de-DE" sz="1400" dirty="0" err="1"/>
              <a:t>we</a:t>
            </a:r>
            <a:r>
              <a:rPr lang="de-DE" sz="1400" dirty="0"/>
              <a:t> do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r>
              <a:rPr lang="de-DE" sz="1400" dirty="0" err="1"/>
              <a:t>python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does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but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next</a:t>
            </a:r>
            <a:r>
              <a:rPr lang="de-DE" sz="1400" dirty="0"/>
              <a:t> </a:t>
            </a:r>
            <a:r>
              <a:rPr lang="de-DE" sz="1400" dirty="0" err="1"/>
              <a:t>step</a:t>
            </a:r>
            <a:r>
              <a:rPr lang="de-DE" sz="1400" dirty="0"/>
              <a:t> </a:t>
            </a:r>
            <a:r>
              <a:rPr lang="de-DE" sz="1400" dirty="0" err="1"/>
              <a:t>constantly</a:t>
            </a:r>
            <a:r>
              <a:rPr lang="de-DE" sz="1400" dirty="0"/>
              <a:t> </a:t>
            </a:r>
            <a:r>
              <a:rPr lang="de-DE" sz="1400" dirty="0" err="1"/>
              <a:t>fails</a:t>
            </a:r>
            <a:endParaRPr lang="de-DE" sz="1400" dirty="0"/>
          </a:p>
          <a:p>
            <a:pPr marL="228600" indent="-228600">
              <a:buFont typeface="+mj-lt"/>
              <a:buAutoNum type="arabicPeriod"/>
            </a:pPr>
            <a:r>
              <a:rPr lang="de-DE" sz="1400" dirty="0"/>
              <a:t>Open </a:t>
            </a:r>
            <a:r>
              <a:rPr lang="de-DE" sz="1400" dirty="0" err="1"/>
              <a:t>new</a:t>
            </a:r>
            <a:r>
              <a:rPr lang="de-DE" sz="1400" dirty="0"/>
              <a:t> Excel </a:t>
            </a:r>
            <a:r>
              <a:rPr lang="de-DE" sz="1400" dirty="0" err="1"/>
              <a:t>sheet</a:t>
            </a:r>
            <a:endParaRPr lang="de-DE" sz="1400" dirty="0"/>
          </a:p>
          <a:p>
            <a:pPr marL="228600" indent="-228600">
              <a:buFont typeface="+mj-lt"/>
              <a:buAutoNum type="arabicPeriod"/>
            </a:pPr>
            <a:r>
              <a:rPr lang="de-DE" sz="1400" dirty="0"/>
              <a:t>Developer → </a:t>
            </a:r>
            <a:r>
              <a:rPr lang="de-DE" sz="1400" dirty="0" err="1"/>
              <a:t>Macros</a:t>
            </a:r>
            <a:r>
              <a:rPr lang="de-DE" sz="1400" dirty="0"/>
              <a:t> → </a:t>
            </a:r>
            <a:r>
              <a:rPr lang="de-DE" sz="1400" dirty="0" err="1"/>
              <a:t>paste</a:t>
            </a:r>
            <a:r>
              <a:rPr lang="de-DE" sz="1400" dirty="0"/>
              <a:t> </a:t>
            </a:r>
            <a:r>
              <a:rPr lang="de-DE" sz="1400" dirty="0" err="1"/>
              <a:t>text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Plugin7.txt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/>
              <a:t>Select all → Run (</a:t>
            </a:r>
            <a:r>
              <a:rPr lang="de-DE" sz="1400" dirty="0" err="1"/>
              <a:t>uses</a:t>
            </a:r>
            <a:r>
              <a:rPr lang="de-DE" sz="1400" dirty="0"/>
              <a:t> C:\Users\WerlandL\FRET3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  <a:r>
              <a:rPr lang="de-DE" sz="1400" dirty="0" err="1"/>
              <a:t>input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creates</a:t>
            </a:r>
            <a:r>
              <a:rPr lang="de-DE" sz="1400" dirty="0"/>
              <a:t> </a:t>
            </a:r>
            <a:r>
              <a:rPr lang="de-DE" sz="1400" dirty="0" err="1"/>
              <a:t>subfolder</a:t>
            </a:r>
            <a:r>
              <a:rPr lang="de-DE" sz="1400" dirty="0"/>
              <a:t> „XLSX</a:t>
            </a:r>
            <a:r>
              <a:rPr lang="de-DE" sz="1400" dirty="0" smtClean="0"/>
              <a:t>“)</a:t>
            </a:r>
          </a:p>
          <a:p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PLUGIN </a:t>
            </a:r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8</a:t>
            </a:r>
            <a:r>
              <a:rPr lang="de-DE" sz="1400" b="1" i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(Python)</a:t>
            </a:r>
            <a: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err="1"/>
              <a:t>this</a:t>
            </a:r>
            <a:r>
              <a:rPr lang="de-DE" sz="1400" dirty="0"/>
              <a:t> </a:t>
            </a:r>
            <a:r>
              <a:rPr lang="de-DE" sz="1400" dirty="0" err="1"/>
              <a:t>gives</a:t>
            </a:r>
            <a:r>
              <a:rPr lang="de-DE" sz="1400" dirty="0"/>
              <a:t> </a:t>
            </a:r>
            <a:r>
              <a:rPr lang="de-DE" sz="1400" dirty="0" err="1"/>
              <a:t>us</a:t>
            </a:r>
            <a:r>
              <a:rPr lang="de-DE" sz="1400" dirty="0"/>
              <a:t> </a:t>
            </a:r>
            <a:r>
              <a:rPr lang="de-DE" sz="1400" dirty="0" err="1"/>
              <a:t>transposed</a:t>
            </a:r>
            <a:r>
              <a:rPr lang="de-DE" sz="1400" dirty="0"/>
              <a:t> </a:t>
            </a:r>
            <a:r>
              <a:rPr lang="de-DE" sz="1400" dirty="0" err="1"/>
              <a:t>readable</a:t>
            </a:r>
            <a:r>
              <a:rPr lang="de-DE" sz="1400" dirty="0"/>
              <a:t> </a:t>
            </a:r>
            <a:r>
              <a:rPr lang="de-DE" sz="1400" dirty="0" err="1"/>
              <a:t>files</a:t>
            </a:r>
            <a:endParaRPr lang="de-DE" sz="1400" dirty="0"/>
          </a:p>
          <a:p>
            <a:pPr marL="228600" indent="-228600">
              <a:buFont typeface="+mj-lt"/>
              <a:buAutoNum type="arabicPeriod"/>
            </a:pPr>
            <a:r>
              <a:rPr lang="de-DE" sz="1400" dirty="0"/>
              <a:t>In </a:t>
            </a:r>
            <a:r>
              <a:rPr lang="de-DE" sz="1400" dirty="0" err="1"/>
              <a:t>Anaconda</a:t>
            </a:r>
            <a:r>
              <a:rPr lang="de-DE" sz="1400" dirty="0"/>
              <a:t> </a:t>
            </a:r>
            <a:r>
              <a:rPr lang="de-DE" sz="1400" dirty="0" err="1"/>
              <a:t>go</a:t>
            </a:r>
            <a:r>
              <a:rPr lang="de-DE" sz="1400" dirty="0"/>
              <a:t> </a:t>
            </a:r>
            <a:r>
              <a:rPr lang="de-DE" sz="1400" dirty="0" err="1"/>
              <a:t>inside</a:t>
            </a:r>
            <a:r>
              <a:rPr lang="de-DE" sz="1400" dirty="0"/>
              <a:t> C:\Users\WerlandL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>
                <a:ea typeface="Calibri" panose="020F0502020204030204" pitchFamily="34" charset="0"/>
              </a:rPr>
              <a:t>Run Plugin8.py (</a:t>
            </a:r>
            <a:r>
              <a:rPr lang="de-DE" sz="1400" dirty="0" err="1">
                <a:ea typeface="Calibri" panose="020F0502020204030204" pitchFamily="34" charset="0"/>
              </a:rPr>
              <a:t>uses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/>
              <a:t>C:\Users\WerlandL\FRET3\XLSX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  <a:r>
              <a:rPr lang="de-DE" sz="1400" dirty="0" err="1"/>
              <a:t>input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overwrites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original </a:t>
            </a:r>
            <a:r>
              <a:rPr lang="de-DE" sz="1400" dirty="0" err="1"/>
              <a:t>files</a:t>
            </a:r>
            <a:r>
              <a:rPr lang="de-DE" sz="1400" dirty="0"/>
              <a:t>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  <a:r>
              <a:rPr lang="de-DE" sz="1400" dirty="0" err="1"/>
              <a:t>output</a:t>
            </a:r>
            <a:r>
              <a:rPr lang="de-DE" sz="1400" dirty="0"/>
              <a:t>)</a:t>
            </a:r>
          </a:p>
          <a:p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PLUGIN </a:t>
            </a:r>
            <a:r>
              <a:rPr lang="de-DE" b="1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9</a:t>
            </a:r>
            <a:r>
              <a:rPr lang="de-DE" b="1" i="1" dirty="0">
                <a:latin typeface="Calibri" panose="020F0502020204030204" pitchFamily="34" charset="0"/>
                <a:ea typeface="Calibri" panose="020F0502020204030204" pitchFamily="34" charset="0"/>
              </a:rPr>
              <a:t> (Python)</a:t>
            </a:r>
            <a: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de-DE" sz="1400" b="1" i="1" u="sng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sz="1400" dirty="0" err="1"/>
              <a:t>this</a:t>
            </a:r>
            <a:r>
              <a:rPr lang="de-DE" sz="1400" dirty="0"/>
              <a:t> </a:t>
            </a:r>
            <a:r>
              <a:rPr lang="de-DE" sz="1400" dirty="0" err="1"/>
              <a:t>gives</a:t>
            </a:r>
            <a:r>
              <a:rPr lang="de-DE" sz="1400" dirty="0"/>
              <a:t> </a:t>
            </a:r>
            <a:r>
              <a:rPr lang="de-DE" sz="1400" dirty="0" err="1"/>
              <a:t>us</a:t>
            </a:r>
            <a:r>
              <a:rPr lang="de-DE" sz="1400" dirty="0"/>
              <a:t> </a:t>
            </a:r>
            <a:r>
              <a:rPr lang="de-DE" sz="1400" dirty="0" err="1"/>
              <a:t>transposed</a:t>
            </a:r>
            <a:r>
              <a:rPr lang="de-DE" sz="1400" dirty="0"/>
              <a:t> </a:t>
            </a:r>
            <a:r>
              <a:rPr lang="de-DE" sz="1400" dirty="0" err="1"/>
              <a:t>readable</a:t>
            </a:r>
            <a:r>
              <a:rPr lang="de-DE" sz="1400" dirty="0"/>
              <a:t> </a:t>
            </a:r>
            <a:r>
              <a:rPr lang="de-DE" sz="1400" dirty="0" err="1"/>
              <a:t>files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cut</a:t>
            </a:r>
            <a:r>
              <a:rPr lang="de-DE" sz="1400" dirty="0"/>
              <a:t> </a:t>
            </a:r>
            <a:r>
              <a:rPr lang="de-DE" sz="1400" dirty="0" err="1"/>
              <a:t>bleached</a:t>
            </a:r>
            <a:r>
              <a:rPr lang="de-DE" sz="1400" dirty="0"/>
              <a:t> &lt;70%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/>
              <a:t>In </a:t>
            </a:r>
            <a:r>
              <a:rPr lang="de-DE" sz="1400" dirty="0" err="1"/>
              <a:t>Anaconda</a:t>
            </a:r>
            <a:r>
              <a:rPr lang="de-DE" sz="1400" dirty="0"/>
              <a:t> </a:t>
            </a:r>
            <a:r>
              <a:rPr lang="de-DE" sz="1400" dirty="0" err="1"/>
              <a:t>go</a:t>
            </a:r>
            <a:r>
              <a:rPr lang="de-DE" sz="1400" dirty="0"/>
              <a:t> </a:t>
            </a:r>
            <a:r>
              <a:rPr lang="de-DE" sz="1400" dirty="0" err="1"/>
              <a:t>inside</a:t>
            </a:r>
            <a:r>
              <a:rPr lang="de-DE" sz="1400" dirty="0"/>
              <a:t> C:\Users\WerlandL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400" dirty="0">
                <a:ea typeface="Calibri" panose="020F0502020204030204" pitchFamily="34" charset="0"/>
              </a:rPr>
              <a:t>Run Plugin9.py (</a:t>
            </a:r>
            <a:r>
              <a:rPr lang="de-DE" sz="1400" dirty="0" err="1">
                <a:ea typeface="Calibri" panose="020F0502020204030204" pitchFamily="34" charset="0"/>
              </a:rPr>
              <a:t>uses</a:t>
            </a:r>
            <a:r>
              <a:rPr lang="de-DE" sz="1400" dirty="0">
                <a:ea typeface="Calibri" panose="020F0502020204030204" pitchFamily="34" charset="0"/>
              </a:rPr>
              <a:t> </a:t>
            </a:r>
            <a:r>
              <a:rPr lang="de-DE" sz="1400" dirty="0"/>
              <a:t>C:\Users\WerlandL\FRET3\XLSX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  <a:r>
              <a:rPr lang="de-DE" sz="1400" dirty="0" err="1"/>
              <a:t>input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creates</a:t>
            </a:r>
            <a:r>
              <a:rPr lang="de-DE" sz="1400" dirty="0"/>
              <a:t> </a:t>
            </a:r>
            <a:r>
              <a:rPr lang="de-DE" sz="1400" dirty="0" err="1"/>
              <a:t>files</a:t>
            </a:r>
            <a:r>
              <a:rPr lang="de-DE" sz="1400" dirty="0"/>
              <a:t> </a:t>
            </a:r>
            <a:r>
              <a:rPr lang="de-DE" sz="1400" dirty="0" err="1"/>
              <a:t>DaySummaryIN</a:t>
            </a:r>
            <a:r>
              <a:rPr lang="de-DE" sz="1400" dirty="0"/>
              <a:t> </a:t>
            </a:r>
            <a:r>
              <a:rPr lang="de-DE" sz="1400" dirty="0" err="1"/>
              <a:t>and</a:t>
            </a:r>
            <a:r>
              <a:rPr lang="de-DE" sz="1400" dirty="0"/>
              <a:t> </a:t>
            </a:r>
            <a:r>
              <a:rPr lang="de-DE" sz="1400" dirty="0" err="1"/>
              <a:t>DaySummaryOUT</a:t>
            </a:r>
            <a:r>
              <a:rPr lang="de-DE" sz="1400" dirty="0"/>
              <a:t>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  <a:r>
              <a:rPr lang="de-DE" sz="1400" dirty="0" err="1"/>
              <a:t>output</a:t>
            </a:r>
            <a:r>
              <a:rPr lang="de-DE" sz="1400" dirty="0" smtClean="0"/>
              <a:t>)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413010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311147"/>
            <a:ext cx="3641725" cy="8731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3" y="1433512"/>
            <a:ext cx="6186488" cy="9904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1" y="199958"/>
            <a:ext cx="3999066" cy="20146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2616654"/>
            <a:ext cx="4981576" cy="14233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8" y="2463801"/>
            <a:ext cx="5282873" cy="1809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3" y="4610100"/>
            <a:ext cx="4245857" cy="172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46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0"/>
          <a:stretch/>
        </p:blipFill>
        <p:spPr>
          <a:xfrm>
            <a:off x="1738619" y="357126"/>
            <a:ext cx="5143500" cy="610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636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Malengo,Gabriele</dc:creator>
  <cp:lastModifiedBy>Werland,Lisa</cp:lastModifiedBy>
  <cp:revision>99</cp:revision>
  <dcterms:created xsi:type="dcterms:W3CDTF">2025-04-07T12:17:23Z</dcterms:created>
  <dcterms:modified xsi:type="dcterms:W3CDTF">2025-11-19T09:08:24Z</dcterms:modified>
</cp:coreProperties>
</file>